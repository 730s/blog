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ublic Sans Thin" charset="1" panose="00000000000000000000"/>
      <p:regular r:id="rId23"/>
    </p:embeddedFont>
    <p:embeddedFont>
      <p:font typeface="Public Sans Bold" charset="1" panose="00000000000000000000"/>
      <p:regular r:id="rId24"/>
    </p:embeddedFont>
    <p:embeddedFont>
      <p:font typeface="Public San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42210">
            <a:off x="13955596" y="-2306868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9" y="0"/>
                </a:lnTo>
                <a:lnTo>
                  <a:pt x="8028719" y="6671136"/>
                </a:lnTo>
                <a:lnTo>
                  <a:pt x="0" y="667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5447" y="1785107"/>
            <a:ext cx="14474942" cy="6123683"/>
            <a:chOff x="0" y="0"/>
            <a:chExt cx="19299922" cy="816491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96528"/>
              <a:ext cx="19299922" cy="6568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084"/>
                </a:lnSpc>
              </a:pPr>
              <a:r>
                <a:rPr lang="en-US" sz="10064">
                  <a:solidFill>
                    <a:srgbClr val="FFFFFF"/>
                  </a:solidFill>
                  <a:latin typeface="Public Sans Thin"/>
                  <a:ea typeface="Public Sans Thin"/>
                  <a:cs typeface="Public Sans Thin"/>
                  <a:sym typeface="Public Sans Thin"/>
                </a:rPr>
                <a:t>Projeto Blog com autenticação e comentários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4631799" cy="59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3"/>
                </a:lnSpc>
                <a:spcBef>
                  <a:spcPct val="0"/>
                </a:spcBef>
              </a:pPr>
              <a:r>
                <a:rPr lang="en-US" b="true" sz="2616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PROGRAMAÇÃO WEB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588596" y="7449663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8" y="0"/>
                </a:lnTo>
                <a:lnTo>
                  <a:pt x="8028718" y="6671135"/>
                </a:lnTo>
                <a:lnTo>
                  <a:pt x="0" y="667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56148" y="8751570"/>
            <a:ext cx="10903152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94"/>
              </a:lnSpc>
            </a:pPr>
            <a:r>
              <a:rPr lang="en-US" sz="292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Leonardo B. Sade - 2025105322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02473"/>
            <a:ext cx="6083531" cy="2762573"/>
            <a:chOff x="0" y="0"/>
            <a:chExt cx="8111374" cy="368343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8111374" cy="245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Onboarding do Blog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975829"/>
              <a:ext cx="663988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Visão Geral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16479" y="1096963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Tela Inicial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6479" y="1938519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Tela de Login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6479" y="2780075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Tela de Cadastro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6479" y="3621632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Tela Inicial com o usuário logado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6479" y="4463188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Senha criptografada no Banco de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6479" y="5304745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Tela inicial com postagem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16479" y="6146301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Post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16479" y="6987857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Comentário em um Post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8723" y="1281113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8723" y="2122669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8723" y="2964225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8723" y="3805782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88723" y="4647338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88723" y="5488895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88723" y="6330451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8723" y="7172008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16479" y="7826693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Duas postagens na página inicial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8723" y="8010842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6479" y="8665527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Permissão usuário admin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8723" y="8849678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1442"/>
            <a:ext cx="11301259" cy="5777769"/>
          </a:xfrm>
          <a:custGeom>
            <a:avLst/>
            <a:gdLst/>
            <a:ahLst/>
            <a:cxnLst/>
            <a:rect r="r" b="b" t="t" l="l"/>
            <a:pathLst>
              <a:path h="5777769" w="11301259">
                <a:moveTo>
                  <a:pt x="0" y="0"/>
                </a:moveTo>
                <a:lnTo>
                  <a:pt x="11301259" y="0"/>
                </a:lnTo>
                <a:lnTo>
                  <a:pt x="11301259" y="5777768"/>
                </a:lnTo>
                <a:lnTo>
                  <a:pt x="0" y="5777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876742" y="2509509"/>
            <a:ext cx="4246959" cy="9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Página inicial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777769"/>
          </a:xfrm>
          <a:custGeom>
            <a:avLst/>
            <a:gdLst/>
            <a:ahLst/>
            <a:cxnLst/>
            <a:rect r="r" b="b" t="t" l="l"/>
            <a:pathLst>
              <a:path h="5777769" w="11301259">
                <a:moveTo>
                  <a:pt x="0" y="0"/>
                </a:moveTo>
                <a:lnTo>
                  <a:pt x="11301259" y="0"/>
                </a:lnTo>
                <a:lnTo>
                  <a:pt x="11301259" y="5777769"/>
                </a:lnTo>
                <a:lnTo>
                  <a:pt x="0" y="5777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72004" y="2509509"/>
            <a:ext cx="5056436" cy="9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Página de Login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648" y="554193"/>
            <a:ext cx="11301259" cy="5763642"/>
          </a:xfrm>
          <a:custGeom>
            <a:avLst/>
            <a:gdLst/>
            <a:ahLst/>
            <a:cxnLst/>
            <a:rect r="r" b="b" t="t" l="l"/>
            <a:pathLst>
              <a:path h="5763642" w="11301259">
                <a:moveTo>
                  <a:pt x="0" y="0"/>
                </a:moveTo>
                <a:lnTo>
                  <a:pt x="11301259" y="0"/>
                </a:lnTo>
                <a:lnTo>
                  <a:pt x="11301259" y="5763642"/>
                </a:lnTo>
                <a:lnTo>
                  <a:pt x="0" y="5763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77456" y="2508134"/>
            <a:ext cx="6176070" cy="9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Página de Cadastro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0718016" cy="3754719"/>
          </a:xfrm>
          <a:custGeom>
            <a:avLst/>
            <a:gdLst/>
            <a:ahLst/>
            <a:cxnLst/>
            <a:rect r="r" b="b" t="t" l="l"/>
            <a:pathLst>
              <a:path h="3754719" w="10718016">
                <a:moveTo>
                  <a:pt x="0" y="0"/>
                </a:moveTo>
                <a:lnTo>
                  <a:pt x="10718017" y="0"/>
                </a:lnTo>
                <a:lnTo>
                  <a:pt x="10718017" y="3754720"/>
                </a:lnTo>
                <a:lnTo>
                  <a:pt x="0" y="3754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89130" y="952130"/>
            <a:ext cx="6445018" cy="282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Senha criptografada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no Banco de Dados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11813"/>
            <a:ext cx="11301259" cy="5806022"/>
          </a:xfrm>
          <a:custGeom>
            <a:avLst/>
            <a:gdLst/>
            <a:ahLst/>
            <a:cxnLst/>
            <a:rect r="r" b="b" t="t" l="l"/>
            <a:pathLst>
              <a:path h="5806022" w="11301259">
                <a:moveTo>
                  <a:pt x="0" y="0"/>
                </a:moveTo>
                <a:lnTo>
                  <a:pt x="11301259" y="0"/>
                </a:lnTo>
                <a:lnTo>
                  <a:pt x="11301259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07896" y="2425778"/>
            <a:ext cx="5347097" cy="187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Página Inicial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(Usuário Logado)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707136"/>
          </a:xfrm>
          <a:custGeom>
            <a:avLst/>
            <a:gdLst/>
            <a:ahLst/>
            <a:cxnLst/>
            <a:rect r="r" b="b" t="t" l="l"/>
            <a:pathLst>
              <a:path h="5707136" w="11301259">
                <a:moveTo>
                  <a:pt x="0" y="0"/>
                </a:moveTo>
                <a:lnTo>
                  <a:pt x="11301259" y="0"/>
                </a:lnTo>
                <a:lnTo>
                  <a:pt x="11301259" y="5707136"/>
                </a:lnTo>
                <a:lnTo>
                  <a:pt x="0" y="5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35760" y="2508134"/>
            <a:ext cx="4259461" cy="187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Pagina Inicial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com Post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791895"/>
          </a:xfrm>
          <a:custGeom>
            <a:avLst/>
            <a:gdLst/>
            <a:ahLst/>
            <a:cxnLst/>
            <a:rect r="r" b="b" t="t" l="l"/>
            <a:pathLst>
              <a:path h="5791895" w="11301259">
                <a:moveTo>
                  <a:pt x="0" y="0"/>
                </a:moveTo>
                <a:lnTo>
                  <a:pt x="11301259" y="0"/>
                </a:lnTo>
                <a:lnTo>
                  <a:pt x="11301259" y="5791896"/>
                </a:lnTo>
                <a:lnTo>
                  <a:pt x="0" y="5791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70120" y="2916155"/>
            <a:ext cx="1415802" cy="9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Post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806022"/>
          </a:xfrm>
          <a:custGeom>
            <a:avLst/>
            <a:gdLst/>
            <a:ahLst/>
            <a:cxnLst/>
            <a:rect r="r" b="b" t="t" l="l"/>
            <a:pathLst>
              <a:path h="5806022" w="11301259">
                <a:moveTo>
                  <a:pt x="0" y="0"/>
                </a:moveTo>
                <a:lnTo>
                  <a:pt x="11301259" y="0"/>
                </a:lnTo>
                <a:lnTo>
                  <a:pt x="11301259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55017" y="1977781"/>
            <a:ext cx="3683050" cy="282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Post 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com 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Comentário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721262"/>
          </a:xfrm>
          <a:custGeom>
            <a:avLst/>
            <a:gdLst/>
            <a:ahLst/>
            <a:cxnLst/>
            <a:rect r="r" b="b" t="t" l="l"/>
            <a:pathLst>
              <a:path h="5721262" w="11301259">
                <a:moveTo>
                  <a:pt x="0" y="0"/>
                </a:moveTo>
                <a:lnTo>
                  <a:pt x="11301259" y="0"/>
                </a:lnTo>
                <a:lnTo>
                  <a:pt x="11301259" y="5721263"/>
                </a:lnTo>
                <a:lnTo>
                  <a:pt x="0" y="572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5627" y="2411652"/>
            <a:ext cx="5078016" cy="187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Tela inicial com 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Dois Posts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3050" y="6872654"/>
            <a:ext cx="16218719" cy="12149295"/>
          </a:xfrm>
          <a:custGeom>
            <a:avLst/>
            <a:gdLst/>
            <a:ahLst/>
            <a:cxnLst/>
            <a:rect r="r" b="b" t="t" l="l"/>
            <a:pathLst>
              <a:path h="12149295" w="16218719">
                <a:moveTo>
                  <a:pt x="0" y="0"/>
                </a:moveTo>
                <a:lnTo>
                  <a:pt x="16218719" y="0"/>
                </a:lnTo>
                <a:lnTo>
                  <a:pt x="16218719" y="12149295"/>
                </a:lnTo>
                <a:lnTo>
                  <a:pt x="0" y="1214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123" y="540066"/>
            <a:ext cx="11301259" cy="5820148"/>
          </a:xfrm>
          <a:custGeom>
            <a:avLst/>
            <a:gdLst/>
            <a:ahLst/>
            <a:cxnLst/>
            <a:rect r="r" b="b" t="t" l="l"/>
            <a:pathLst>
              <a:path h="5820148" w="11301259">
                <a:moveTo>
                  <a:pt x="0" y="0"/>
                </a:moveTo>
                <a:lnTo>
                  <a:pt x="11301259" y="0"/>
                </a:lnTo>
                <a:lnTo>
                  <a:pt x="11301259" y="5820149"/>
                </a:lnTo>
                <a:lnTo>
                  <a:pt x="0" y="5820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49018" y="2439905"/>
            <a:ext cx="6133802" cy="187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Permissão especial</a:t>
            </a:r>
          </a:p>
          <a:p>
            <a:pPr algn="ctr">
              <a:lnSpc>
                <a:spcPts val="7521"/>
              </a:lnSpc>
            </a:pPr>
            <a:r>
              <a:rPr lang="en-US" sz="5372">
                <a:solidFill>
                  <a:srgbClr val="FEFFFD"/>
                </a:solidFill>
                <a:latin typeface="Public Sans"/>
                <a:ea typeface="Public Sans"/>
                <a:cs typeface="Public Sans"/>
                <a:sym typeface="Public Sans"/>
              </a:rPr>
              <a:t>Administradores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8994" y="4359912"/>
            <a:ext cx="9012820" cy="6875266"/>
          </a:xfrm>
          <a:custGeom>
            <a:avLst/>
            <a:gdLst/>
            <a:ahLst/>
            <a:cxnLst/>
            <a:rect r="r" b="b" t="t" l="l"/>
            <a:pathLst>
              <a:path h="6875266" w="9012820">
                <a:moveTo>
                  <a:pt x="0" y="0"/>
                </a:moveTo>
                <a:lnTo>
                  <a:pt x="9012820" y="0"/>
                </a:lnTo>
                <a:lnTo>
                  <a:pt x="9012820" y="6875266"/>
                </a:lnTo>
                <a:lnTo>
                  <a:pt x="0" y="687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825906" y="1291237"/>
            <a:ext cx="4951962" cy="10063624"/>
            <a:chOff x="0" y="0"/>
            <a:chExt cx="5001260" cy="10163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4"/>
              <a:stretch>
                <a:fillRect l="-45" t="0" r="-45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0" t="-89" r="0" b="-8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3976" y="4359912"/>
            <a:ext cx="7965324" cy="2843920"/>
            <a:chOff x="0" y="0"/>
            <a:chExt cx="10620433" cy="37918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10620433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Tela de Login Mobile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695205"/>
              <a:ext cx="1062043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93817"/>
              <a:ext cx="9456708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8714" y="6880008"/>
            <a:ext cx="6222231" cy="6188292"/>
          </a:xfrm>
          <a:custGeom>
            <a:avLst/>
            <a:gdLst/>
            <a:ahLst/>
            <a:cxnLst/>
            <a:rect r="r" b="b" t="t" l="l"/>
            <a:pathLst>
              <a:path h="6188292" w="6222231">
                <a:moveTo>
                  <a:pt x="0" y="0"/>
                </a:moveTo>
                <a:lnTo>
                  <a:pt x="6222231" y="0"/>
                </a:lnTo>
                <a:lnTo>
                  <a:pt x="6222231" y="6188292"/>
                </a:lnTo>
                <a:lnTo>
                  <a:pt x="0" y="618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9830" y="346427"/>
            <a:ext cx="6222231" cy="6188292"/>
          </a:xfrm>
          <a:custGeom>
            <a:avLst/>
            <a:gdLst/>
            <a:ahLst/>
            <a:cxnLst/>
            <a:rect r="r" b="b" t="t" l="l"/>
            <a:pathLst>
              <a:path h="6188292" w="6222231">
                <a:moveTo>
                  <a:pt x="0" y="0"/>
                </a:moveTo>
                <a:lnTo>
                  <a:pt x="6222231" y="0"/>
                </a:lnTo>
                <a:lnTo>
                  <a:pt x="6222231" y="6188292"/>
                </a:lnTo>
                <a:lnTo>
                  <a:pt x="0" y="618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999214" y="1502907"/>
            <a:ext cx="4951962" cy="10063624"/>
            <a:chOff x="0" y="0"/>
            <a:chExt cx="5001260" cy="10163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4"/>
              <a:stretch>
                <a:fillRect l="-45" t="0" r="-4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182" t="0" r="-18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32999" y="4831924"/>
            <a:ext cx="7375592" cy="4096168"/>
            <a:chOff x="0" y="0"/>
            <a:chExt cx="9834123" cy="546155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9834123" cy="245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Pagina inicial Mobile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21984"/>
              <a:ext cx="8938797" cy="58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853651"/>
              <a:ext cx="8938797" cy="535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5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6369" y="1883166"/>
            <a:ext cx="6520668" cy="6520668"/>
          </a:xfrm>
          <a:custGeom>
            <a:avLst/>
            <a:gdLst/>
            <a:ahLst/>
            <a:cxnLst/>
            <a:rect r="r" b="b" t="t" l="l"/>
            <a:pathLst>
              <a:path h="6520668" w="6520668">
                <a:moveTo>
                  <a:pt x="0" y="0"/>
                </a:moveTo>
                <a:lnTo>
                  <a:pt x="6520667" y="0"/>
                </a:lnTo>
                <a:lnTo>
                  <a:pt x="6520667" y="6520668"/>
                </a:lnTo>
                <a:lnTo>
                  <a:pt x="0" y="652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0884" y="4667250"/>
            <a:ext cx="1259163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Informações Técnicas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015" y="2097390"/>
            <a:ext cx="58125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07236" y="4925632"/>
            <a:ext cx="5728349" cy="725170"/>
            <a:chOff x="0" y="0"/>
            <a:chExt cx="7637799" cy="966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Autenticação: Cadastro e Login de Usuários.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07236" y="6312511"/>
            <a:ext cx="162052" cy="162052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22A9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849840" y="6068036"/>
            <a:ext cx="488574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Posts: Criação, visualização, edição e exclusão (CRUD).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07236" y="7324740"/>
            <a:ext cx="5728349" cy="725170"/>
            <a:chOff x="0" y="0"/>
            <a:chExt cx="7637799" cy="96689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Comentários: Adição e listagem de comentários em Posts.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636636" y="4925632"/>
            <a:ext cx="5728349" cy="1595755"/>
            <a:chOff x="0" y="0"/>
            <a:chExt cx="7637799" cy="21276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123472" y="-57150"/>
              <a:ext cx="6514327" cy="2065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Segurança: Proteção contra SQL Injection (Prepared Statements), hash de senhas e controle de sessão.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36636" y="6125186"/>
            <a:ext cx="5728349" cy="725170"/>
            <a:chOff x="0" y="0"/>
            <a:chExt cx="7637799" cy="96689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Interface: Layout responsivo e feedbacks visuais.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09571" y="1119188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app/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4994" y="1028700"/>
            <a:ext cx="7273450" cy="840105"/>
            <a:chOff x="0" y="0"/>
            <a:chExt cx="9697934" cy="11201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167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Config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urações do banco de dados (`Database.php`).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Config/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92469" y="4216400"/>
            <a:ext cx="496264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Estrutura de pastas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4994" y="1956547"/>
            <a:ext cx="7273450" cy="1230630"/>
            <a:chOff x="0" y="0"/>
            <a:chExt cx="9697934" cy="16408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16797"/>
              <a:ext cx="9697934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Config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urações do banco de dados (AuthController, PostController, etc.).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Controllers/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4994" y="3253852"/>
            <a:ext cx="7273450" cy="840105"/>
            <a:chOff x="0" y="0"/>
            <a:chExt cx="9697934" cy="11201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167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Ac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esso a dados. (`User`, `Post`, `Comment`).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Models/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4994" y="4157868"/>
            <a:ext cx="7273450" cy="1230630"/>
            <a:chOff x="0" y="0"/>
            <a:chExt cx="9697934" cy="164084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16797"/>
              <a:ext cx="9697934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Templ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ates HTML (`auth`, `home`, `posts`, `layouts`).</a:t>
              </a:r>
            </a:p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Views/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09571" y="5222232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public/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4994" y="5288907"/>
            <a:ext cx="7273450" cy="840105"/>
            <a:chOff x="0" y="0"/>
            <a:chExt cx="9697934" cy="112014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167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stilos CSS.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css/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84994" y="6195687"/>
            <a:ext cx="7273450" cy="840105"/>
            <a:chOff x="0" y="0"/>
            <a:chExt cx="9697934" cy="112014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167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Scr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ipts JavaScript.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js/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84994" y="7178667"/>
            <a:ext cx="7273450" cy="1230630"/>
            <a:chOff x="0" y="0"/>
            <a:chExt cx="9697934" cy="164084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616797"/>
              <a:ext cx="9697934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Pon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 de entrada da aplicação</a:t>
              </a:r>
            </a:p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index.php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397136" y="8579477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sql/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84994" y="8226417"/>
            <a:ext cx="7273450" cy="1230630"/>
            <a:chOff x="0" y="0"/>
            <a:chExt cx="9697934" cy="164084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616797"/>
              <a:ext cx="9697934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Scrip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ts de banco de dados (`schema.sql`).</a:t>
              </a:r>
            </a:p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DAG51FMUVjk</dc:identifier>
  <dcterms:modified xsi:type="dcterms:W3CDTF">2011-08-01T06:04:30Z</dcterms:modified>
  <cp:revision>1</cp:revision>
  <dc:title>Azul Padrões de Tecnologia e Tecnologia na Vida dos Consumidores Apresentação de Tecnologia</dc:title>
</cp:coreProperties>
</file>